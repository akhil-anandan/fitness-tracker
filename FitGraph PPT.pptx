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42" r:id="rId5"/>
    <p:sldId id="375" r:id="rId6"/>
    <p:sldId id="3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EBF9"/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45105D-6FDA-44A3-B5A2-6A0BB7E281D1}" v="3" dt="2025-09-17T11:20:20.393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Anandan" userId="3488c5f38b1f1d15" providerId="LiveId" clId="{05A3B47F-CECE-4E96-86C0-658C9BDE95AC}"/>
    <pc:docChg chg="undo custSel addSld delSld modSld">
      <pc:chgData name="Akhil Anandan" userId="3488c5f38b1f1d15" providerId="LiveId" clId="{05A3B47F-CECE-4E96-86C0-658C9BDE95AC}" dt="2025-09-17T11:20:32.656" v="100" actId="47"/>
      <pc:docMkLst>
        <pc:docMk/>
      </pc:docMkLst>
      <pc:sldChg chg="modSp mod">
        <pc:chgData name="Akhil Anandan" userId="3488c5f38b1f1d15" providerId="LiveId" clId="{05A3B47F-CECE-4E96-86C0-658C9BDE95AC}" dt="2025-09-17T11:19:33.205" v="82" actId="20577"/>
        <pc:sldMkLst>
          <pc:docMk/>
          <pc:sldMk cId="2498031464" sldId="342"/>
        </pc:sldMkLst>
        <pc:spChg chg="mod">
          <ac:chgData name="Akhil Anandan" userId="3488c5f38b1f1d15" providerId="LiveId" clId="{05A3B47F-CECE-4E96-86C0-658C9BDE95AC}" dt="2025-09-17T11:19:33.205" v="82" actId="20577"/>
          <ac:spMkLst>
            <pc:docMk/>
            <pc:sldMk cId="2498031464" sldId="342"/>
            <ac:spMk id="9" creationId="{2981AB9E-AF0F-CAD0-2DD2-D640FB871E66}"/>
          </ac:spMkLst>
        </pc:spChg>
      </pc:sldChg>
      <pc:sldChg chg="del">
        <pc:chgData name="Akhil Anandan" userId="3488c5f38b1f1d15" providerId="LiveId" clId="{05A3B47F-CECE-4E96-86C0-658C9BDE95AC}" dt="2025-09-17T11:20:26.875" v="97" actId="47"/>
        <pc:sldMkLst>
          <pc:docMk/>
          <pc:sldMk cId="1330733909" sldId="365"/>
        </pc:sldMkLst>
      </pc:sldChg>
      <pc:sldChg chg="modSp mod">
        <pc:chgData name="Akhil Anandan" userId="3488c5f38b1f1d15" providerId="LiveId" clId="{05A3B47F-CECE-4E96-86C0-658C9BDE95AC}" dt="2025-09-17T11:20:20.393" v="95"/>
        <pc:sldMkLst>
          <pc:docMk/>
          <pc:sldMk cId="1962637282" sldId="375"/>
        </pc:sldMkLst>
        <pc:spChg chg="mod">
          <ac:chgData name="Akhil Anandan" userId="3488c5f38b1f1d15" providerId="LiveId" clId="{05A3B47F-CECE-4E96-86C0-658C9BDE95AC}" dt="2025-09-17T11:20:08.443" v="94" actId="20577"/>
          <ac:spMkLst>
            <pc:docMk/>
            <pc:sldMk cId="1962637282" sldId="375"/>
            <ac:spMk id="2" creationId="{D9F60903-003B-273E-3584-5312F76C3EF3}"/>
          </ac:spMkLst>
        </pc:spChg>
        <pc:spChg chg="mod">
          <ac:chgData name="Akhil Anandan" userId="3488c5f38b1f1d15" providerId="LiveId" clId="{05A3B47F-CECE-4E96-86C0-658C9BDE95AC}" dt="2025-09-17T11:20:20.393" v="95"/>
          <ac:spMkLst>
            <pc:docMk/>
            <pc:sldMk cId="1962637282" sldId="375"/>
            <ac:spMk id="4" creationId="{74160DFF-2E7E-7A22-819A-C011020DFF01}"/>
          </ac:spMkLst>
        </pc:spChg>
      </pc:sldChg>
      <pc:sldChg chg="del">
        <pc:chgData name="Akhil Anandan" userId="3488c5f38b1f1d15" providerId="LiveId" clId="{05A3B47F-CECE-4E96-86C0-658C9BDE95AC}" dt="2025-09-17T11:20:25.499" v="96" actId="47"/>
        <pc:sldMkLst>
          <pc:docMk/>
          <pc:sldMk cId="1073601555" sldId="376"/>
        </pc:sldMkLst>
      </pc:sldChg>
      <pc:sldChg chg="del">
        <pc:chgData name="Akhil Anandan" userId="3488c5f38b1f1d15" providerId="LiveId" clId="{05A3B47F-CECE-4E96-86C0-658C9BDE95AC}" dt="2025-09-17T11:20:28.460" v="98" actId="47"/>
        <pc:sldMkLst>
          <pc:docMk/>
          <pc:sldMk cId="2728059627" sldId="377"/>
        </pc:sldMkLst>
      </pc:sldChg>
      <pc:sldChg chg="del">
        <pc:chgData name="Akhil Anandan" userId="3488c5f38b1f1d15" providerId="LiveId" clId="{05A3B47F-CECE-4E96-86C0-658C9BDE95AC}" dt="2025-09-17T11:20:32.656" v="100" actId="47"/>
        <pc:sldMkLst>
          <pc:docMk/>
          <pc:sldMk cId="79695288" sldId="380"/>
        </pc:sldMkLst>
      </pc:sldChg>
      <pc:sldChg chg="del">
        <pc:chgData name="Akhil Anandan" userId="3488c5f38b1f1d15" providerId="LiveId" clId="{05A3B47F-CECE-4E96-86C0-658C9BDE95AC}" dt="2025-09-17T11:19:58.355" v="83" actId="47"/>
        <pc:sldMkLst>
          <pc:docMk/>
          <pc:sldMk cId="80191046" sldId="381"/>
        </pc:sldMkLst>
      </pc:sldChg>
      <pc:sldChg chg="del">
        <pc:chgData name="Akhil Anandan" userId="3488c5f38b1f1d15" providerId="LiveId" clId="{05A3B47F-CECE-4E96-86C0-658C9BDE95AC}" dt="2025-09-17T11:20:30.541" v="99" actId="47"/>
        <pc:sldMkLst>
          <pc:docMk/>
          <pc:sldMk cId="3281179679" sldId="382"/>
        </pc:sldMkLst>
      </pc:sldChg>
      <pc:sldChg chg="new del">
        <pc:chgData name="Akhil Anandan" userId="3488c5f38b1f1d15" providerId="LiveId" clId="{05A3B47F-CECE-4E96-86C0-658C9BDE95AC}" dt="2025-09-17T11:18:29.394" v="34" actId="680"/>
        <pc:sldMkLst>
          <pc:docMk/>
          <pc:sldMk cId="694490075" sldId="383"/>
        </pc:sldMkLst>
      </pc:sldChg>
    </pc:docChg>
  </pc:docChgLst>
  <pc:docChgLst>
    <pc:chgData name="Akhil Anandan" userId="3488c5f38b1f1d15" providerId="LiveId" clId="{8B22BB13-D501-46B7-9CB3-08A397AC63C4}"/>
    <pc:docChg chg="custSel addSld modSld sldOrd">
      <pc:chgData name="Akhil Anandan" userId="3488c5f38b1f1d15" providerId="LiveId" clId="{8B22BB13-D501-46B7-9CB3-08A397AC63C4}" dt="2025-07-24T09:11:51.195" v="283"/>
      <pc:docMkLst>
        <pc:docMk/>
      </pc:docMkLst>
      <pc:sldChg chg="modSp mod">
        <pc:chgData name="Akhil Anandan" userId="3488c5f38b1f1d15" providerId="LiveId" clId="{8B22BB13-D501-46B7-9CB3-08A397AC63C4}" dt="2025-07-24T08:54:51.581" v="100" actId="207"/>
        <pc:sldMkLst>
          <pc:docMk/>
          <pc:sldMk cId="1962637282" sldId="375"/>
        </pc:sldMkLst>
      </pc:sldChg>
      <pc:sldChg chg="modSp add mod">
        <pc:chgData name="Akhil Anandan" userId="3488c5f38b1f1d15" providerId="LiveId" clId="{8B22BB13-D501-46B7-9CB3-08A397AC63C4}" dt="2025-07-24T07:08:54.035" v="56" actId="1076"/>
        <pc:sldMkLst>
          <pc:docMk/>
          <pc:sldMk cId="80191046" sldId="381"/>
        </pc:sldMkLst>
      </pc:sldChg>
      <pc:sldChg chg="addSp delSp modSp new mod ord">
        <pc:chgData name="Akhil Anandan" userId="3488c5f38b1f1d15" providerId="LiveId" clId="{8B22BB13-D501-46B7-9CB3-08A397AC63C4}" dt="2025-07-24T09:11:51.195" v="283"/>
        <pc:sldMkLst>
          <pc:docMk/>
          <pc:sldMk cId="3281179679" sldId="3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9/17/2025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9073" y="2156000"/>
            <a:ext cx="12450145" cy="1288915"/>
          </a:xfrm>
        </p:spPr>
        <p:txBody>
          <a:bodyPr anchor="b"/>
          <a:lstStyle/>
          <a:p>
            <a:pPr>
              <a:lnSpc>
                <a:spcPts val="6500"/>
              </a:lnSpc>
            </a:pPr>
            <a:r>
              <a:rPr lang="en-US" dirty="0">
                <a:solidFill>
                  <a:srgbClr val="73EBF9"/>
                </a:solidFill>
                <a:ea typeface="Nunito Semi Bold" pitchFamily="34" charset="-122"/>
                <a:cs typeface="Nunito Semi Bold" pitchFamily="34" charset="-120"/>
              </a:rPr>
              <a:t>Welcome to the</a:t>
            </a:r>
            <a:endParaRPr lang="en-US" dirty="0">
              <a:solidFill>
                <a:srgbClr val="73EBF9"/>
              </a:solidFill>
            </a:endParaRP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65889" y="3439635"/>
            <a:ext cx="12191997" cy="745729"/>
          </a:xfrm>
        </p:spPr>
        <p:txBody>
          <a:bodyPr/>
          <a:lstStyle/>
          <a:p>
            <a:r>
              <a:rPr lang="en-US" dirty="0"/>
              <a:t>My profile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pPr>
              <a:lnSpc>
                <a:spcPts val="5500"/>
              </a:lnSpc>
            </a:pPr>
            <a:r>
              <a:rPr lang="en-US" sz="3600" dirty="0">
                <a:ea typeface="Nunito Semi Bold" pitchFamily="34" charset="-122"/>
                <a:cs typeface="Nunito Semi Bold" pitchFamily="34" charset="-120"/>
              </a:rPr>
              <a:t>description</a:t>
            </a:r>
            <a:endParaRPr lang="en-US" sz="3600" dirty="0">
              <a:solidFill>
                <a:srgbClr val="73EBF9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sz="2000" dirty="0"/>
              <a:t>I create </a:t>
            </a:r>
            <a:r>
              <a:rPr lang="en-US" sz="2000" b="1" dirty="0"/>
              <a:t>modern websites and web applications</a:t>
            </a:r>
            <a:r>
              <a:rPr lang="en-US" sz="2000" dirty="0"/>
              <a:t> using </a:t>
            </a:r>
            <a:r>
              <a:rPr lang="en-US" sz="2000" b="1" dirty="0"/>
              <a:t>Python &amp; Django</a:t>
            </a:r>
            <a:r>
              <a:rPr lang="en-US" sz="2000" dirty="0"/>
              <a:t>. I deliver </a:t>
            </a:r>
            <a:r>
              <a:rPr lang="en-US" sz="2000" b="1" dirty="0"/>
              <a:t>responsive, functional, and user-friendly solutions</a:t>
            </a:r>
            <a:r>
              <a:rPr lang="en-US" sz="2000" dirty="0"/>
              <a:t> for businesses and personal projects. Skilled in </a:t>
            </a:r>
            <a:r>
              <a:rPr lang="en-US" sz="2000" b="1" dirty="0"/>
              <a:t>web app development, database integration, and clean code</a:t>
            </a:r>
            <a:r>
              <a:rPr lang="en-US" sz="2000" dirty="0"/>
              <a:t>, I ensure your project is secure, scalable, and meets your goals. Let’s build something great together! 🚀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1" y="1548049"/>
            <a:ext cx="5897399" cy="1882302"/>
          </a:xfrm>
        </p:spPr>
        <p:txBody>
          <a:bodyPr/>
          <a:lstStyle/>
          <a:p>
            <a:r>
              <a:rPr lang="en-US" sz="4800" dirty="0"/>
              <a:t>THANK YOU for</a:t>
            </a:r>
            <a:br>
              <a:rPr lang="en-US" sz="4800" dirty="0"/>
            </a:br>
            <a:r>
              <a:rPr lang="en-US" sz="4800" dirty="0"/>
              <a:t>         time!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95215" y="4264542"/>
            <a:ext cx="4413250" cy="104540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73EBF9"/>
                </a:solidFill>
              </a:rPr>
              <a:t>Akhil. K</a:t>
            </a:r>
          </a:p>
          <a:p>
            <a:pPr algn="ctr"/>
            <a:r>
              <a:rPr lang="en-US" dirty="0">
                <a:solidFill>
                  <a:srgbClr val="73EBF9"/>
                </a:solidFill>
              </a:rPr>
              <a:t>akhilanandank871@gmail.com</a:t>
            </a:r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FB599DBA-DCA8-54A9-143F-1957FC536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986" y="974586"/>
            <a:ext cx="4887873" cy="490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230e9df3-be65-4c73-a93b-d1236ebd677e"/>
    <ds:schemaRef ds:uri="16c05727-aa75-4e4a-9b5f-8a80a1165891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136</TotalTime>
  <Words>86</Words>
  <Application>Microsoft Office PowerPoint</Application>
  <PresentationFormat>Widescreen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Nova</vt:lpstr>
      <vt:lpstr>Biome</vt:lpstr>
      <vt:lpstr>Calibri</vt:lpstr>
      <vt:lpstr>Nunito Semi Bold</vt:lpstr>
      <vt:lpstr>Custom</vt:lpstr>
      <vt:lpstr>Welcome to the</vt:lpstr>
      <vt:lpstr>description</vt:lpstr>
      <vt:lpstr>THANK YOU for         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 Anandan</dc:creator>
  <cp:lastModifiedBy>Akhil Anandan</cp:lastModifiedBy>
  <cp:revision>1</cp:revision>
  <dcterms:created xsi:type="dcterms:W3CDTF">2025-07-24T05:16:55Z</dcterms:created>
  <dcterms:modified xsi:type="dcterms:W3CDTF">2025-09-17T11:20:37Z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